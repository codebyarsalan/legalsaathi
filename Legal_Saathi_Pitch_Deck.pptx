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LEGAL SAATHI · لیگل ساتھی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Bilingual DIY Legal Document Generation Platform for Pakistan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access to court-compliant, lawyer-verified legal contracts in Urdu (Nastaliq) and English with instant E-Signatures and Pakistani Statutory AI.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Next.js 14 + .NET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Full-Stack Web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Pakistani Statutory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LLaMA 3.3 Engine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4206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ETO 2002 Compliant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E-Signature Vault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Hackathon Pakistan 2026 Submission • Live on Vercel &amp; MonsterASP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Legal Access in Pakistan is Broken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Exorbitant Lawyer Fees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basic agreements (rent, affidavits, partnership deeds) costs Rs. 5,000 - 25,000+, out of reach for ordinary citizens &amp; micro-SMEs.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Language Barrier (English Monopoly)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contracts and legal codes are in complex archaic English, alienating 85%+ of Pakistanis who read and negotiate in Urdu.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Defective Stationary-Shop Templates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rely on generic, outdated paper deeds bought near courts that routinely fail in civil litigation due to defective clauses.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Stamp Duty Confusion &amp; Non-Compliance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provincial stamp schedules across Punjab, Sindh, KPK, &amp; ICT result in under-stamped, legally invalid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Legal Saathi's 4-in-1 LegalTech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DIY Generator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step-by-step wizard creating court-compliant legal contracts in Urdu Nastaliq &amp; English.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Pakistani Legal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trained on Pakistani statutes (Contract Act 1872, Property Act, Succession Act 2021).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E-Signatures &amp; Audit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SHA-256 signatures with OTP verification compliant with ETO 2002 evidentiary rules.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Provincial Stamp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32004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stamp duty and e-Stamping calculator for Punjab, Sindh, KPK, Islamabad, and Balochistan.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Pakistani AI Legal Assistant &amp; Statutory Codex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🧠 Deep Domain Knowledge in Pakistani Law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Contract Act 1872 &amp; Specific Relief Act 1877 (Breach &amp; damages)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Transfer of Property Act 1882 (Sale, Leases, Gift/Hiba deeds)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Letters of Administration &amp; Succession Act 2021 (NADRA rules)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Muslim Family Laws Ordinance 1961 (Nikah, Talaq, Khula, Mahr)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Provincial Tenancy Ordinances (Punjab &amp; Sindh Premises Acts)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High Court Rules &amp; Orders for Oaths and Affidavits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FAE5"/>
                </a:solidFill>
              </a:rPr>
              <a:t>⚡ Architecture &amp; High-Speed Inference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Groq Cloud LLaMA 3.3 70B: Sub-second inference for legal Q&amp;A.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Urdu NLP &amp; Roman Urdu: Understands queries in Urdu and Roman Urdu.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100% Uptime Local Fallback: Built-in offline Pakistani legal rule engine ensures continuous operation even without API quota.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Context-Aware Questionnaires: Pre-fills document fields dynamically based on user conversation.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• Evidentiary Safety Guardrails: Recommends verified Bar lawyer reviews for contested or high-value litigation.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System Architecture &amp; 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Architectural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Technologies &amp; Libraries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Environment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Web Client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14 App Router, React 18, TypeScript, Tailwind CSS, Lucide Icons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Edge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REST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ASP.NET Core 8 Web API, JWT Bearer Auth, Centralized 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MonsterASP Cloud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Access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ADO.NET (Microsoft.Data.SqlClient), 100% Parameterized Stored Procedures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SQL Server 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Compilers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QuestPDF (Native Urdu RTL vector font embedding) &amp; OpenXML (.docx)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Inference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LLaMA 3.3 70B API + Built-in Pakistani Statutory Reasoning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/ 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Zero Secret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DotEnvLoader, SHA-256 Hashing, ETO 2002 Audit Logging, PBKDF2 Hashing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Signatures &amp; ETO 2002 Court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🔒 ETO 2002 Legal Compliance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Legally valid digital agreements under Electronic Transactions Ordinance 2002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Recognized in Pakistani district and High Courts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Non-repudiation audit trail for evidentiary validity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🛡️ SHA-256 Cryptographic Hash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057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Unique 256-bit hash generated per document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Any post-signing tampering instantly invalidates signature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Document integrity verifiable by third parties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📱 2-Factor OTP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6-digit One-Time Password sent to email/SMS before signing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Validates signer identity and prevents identity fraud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Captures CNIC number and IP address in audit trail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🔐 Zero-Secret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343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All API keys, DB passwords, and secrets isolated in .env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Zero credentials stored in source control or Git history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Custom DotEnvLoader loads config at runtime safely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Tailored Portals: Role-Based Access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👤 Citizen / شہری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EndUser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Draft rental deeds, affidavits &amp; vehicle sales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Consult free Pakistani AI legal assistant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Sign &amp; download PDF / Word documents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🏢 Business / کاروبار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CorporateAdmin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Multi-contract company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NDAs, employment contracts &amp; SLAs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Team collaboration &amp; bulk 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⚖️ Advocate / وکیل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Lawyer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Client document review marketplace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Bar Council credential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Digital certification &amp; annotations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155448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👑 Administrator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0" y="23774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SuperAdmin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69680" y="283464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Platform analytics &amp; audit log inspector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Advocate license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AI query &amp; token quota monitor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 &amp; Verification Status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🌐 Frontend Web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Deployed on Vercel Serverless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Bilingual Urdu Nastaliq &amp; English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Status: 🟢 LIVE &amp; Operational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legal-saathi-one.vercel.app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⚙️ Backend REST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ASP.NET Core 8 on MonsterASP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Interactive Swagger OpenAPI 3.0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Status: 🟢 LIVE &amp; Operational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legalsaathi.runasp.net/swagger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🧪 Automated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23 / 23 Tests Passing (100%)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xUnit Test Suite for Auth, AI, &amp;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Status: 🟢 VERIFIED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Clean CI/CD Architecture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10424160" cy="219456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🌟 Key Platform Milestones Achieved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✅ 7 Core Pakistani Legal Templates with real-time bilingual clause generation.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✅ Zero-Secret Security Compliance: 100% sanitized Git repository with local .env isolation.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✅ Free Pakistani AI Legal Assistant with instant fallback &amp; Urdu natural language processing.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✅ Production Cloud SQL Server Database with 100% stored procedure parameterization.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SAATHI | AI HACKATHON PAKISTAN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Market, Social Impact &amp; Monetization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Legal Saathi (LegalSaathi.pk) • AI Hackathon Pakistan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🎯 Target Market in Pakistan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240M+ Citizens: Renting homes, executing affidavits, and buying/selling vehicles.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3.8M+ SMEs &amp; Startups: Requiring NDAs, vendor SLAs, and employment agreements without retainer fees.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2M+ Freelancers &amp; Remote Workers: Needing binding cross-border and local service agreements.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150K+ Licensed Advocates: Monetizing their expertise through certified online document reviews.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💼 Sustainable Monetization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Freemium Tier: Free access to basic affidavits, rent agreements, and Pakistani AI legal queries.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Pay-Per-Document (Rs. 250 - 500): High-res watermark-free PDF &amp; editable Word exports.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Lawyer Review Commission: 15-20% platform fee on certified advocate contract reviews.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Corporate SaaS Subscription (Rs. 4,999/mo): Unlimited document generation, custom branding, and team e-signatures for businesses.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⚖️ LEGAL SAATHI · لیگل ساتھی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FAE5"/>
                </a:solidFill>
              </a:rPr>
              <a:t>Empowering Pakistan with Accessible, Affordable &amp; Court-Compliant Legal 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0" y="2926080"/>
            <a:ext cx="786384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329184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Web App: https://legal-saathi-one.vercel.app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API: http://legalsaathi.runasp.net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API Docs (Swagger): http://legalsaathi.runasp.net/swagger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GitHub: https://github.com/CodeByArsalan/LegalSaathi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Thank You! • AI Hackathon Pakistan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Legal Saathi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Saathi - AI Hackathon Pakistan Pitch Deck</dc:title>
  <dc:subject>PptxGenJS Presentation</dc:subject>
  <dc:creator>Legal Saathi Team</dc:creator>
  <cp:lastModifiedBy>Legal Saathi Team</cp:lastModifiedBy>
  <cp:revision>1</cp:revision>
  <dcterms:created xsi:type="dcterms:W3CDTF">2026-09-07T18:19:21Z</dcterms:created>
  <dcterms:modified xsi:type="dcterms:W3CDTF">2026-09-07T18:19:21Z</dcterms:modified>
</cp:coreProperties>
</file>